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embeddedFontLst>
    <p:embeddedFont>
      <p:font typeface="PT Sans" panose="020B0503020203020204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5CED09-0857-3EAC-1E50-BE94F148944E}" v="386" dt="2025-01-13T17:38:28.072"/>
  </p1510:revLst>
</p1510:revInfo>
</file>

<file path=ppt/tableStyles.xml><?xml version="1.0" encoding="utf-8"?>
<a:tblStyleLst xmlns:a="http://schemas.openxmlformats.org/drawingml/2006/main" def="{F6188A19-318D-4C94-9E6B-076322B28FA2}">
  <a:tblStyle styleId="{F6188A19-318D-4C94-9E6B-076322B28F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6" name="Google Shape;26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7" name="Google Shape;26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" name="Google Shape;2734;gf11272de0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5" name="Google Shape;2735;gf11272de0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Google Shape;2769;gedfa3e31c0_2_20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0" name="Google Shape;2770;gedfa3e31c0_2_20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1" name="Google Shape;2821;gedfa3e31c0_2_20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2" name="Google Shape;2822;gedfa3e31c0_2_20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gf11272de0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0" name="Google Shape;2880;gf11272de0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317600" y="1193625"/>
            <a:ext cx="6508800" cy="17244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2298150" y="3376773"/>
            <a:ext cx="4547700" cy="30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713100" y="2405677"/>
            <a:ext cx="77178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subTitle" idx="1"/>
          </p:nvPr>
        </p:nvSpPr>
        <p:spPr>
          <a:xfrm>
            <a:off x="1858650" y="3415877"/>
            <a:ext cx="5426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title" idx="2" hasCustomPrompt="1"/>
          </p:nvPr>
        </p:nvSpPr>
        <p:spPr>
          <a:xfrm>
            <a:off x="3132448" y="1484973"/>
            <a:ext cx="28791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rot="10800000" flipH="1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rot="-5400000" flipH="1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71" name="Google Shape;271;p4"/>
          <p:cNvGrpSpPr/>
          <p:nvPr/>
        </p:nvGrpSpPr>
        <p:grpSpPr>
          <a:xfrm rot="5400000" flipH="1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" name="Google Shape;348;p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5"/>
          <p:cNvSpPr txBox="1">
            <a:spLocks noGrp="1"/>
          </p:cNvSpPr>
          <p:nvPr>
            <p:ph type="title" idx="2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0" name="Google Shape;350;p5"/>
          <p:cNvSpPr txBox="1">
            <a:spLocks noGrp="1"/>
          </p:cNvSpPr>
          <p:nvPr>
            <p:ph type="subTitle" idx="1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5"/>
          <p:cNvSpPr txBox="1">
            <a:spLocks noGrp="1"/>
          </p:cNvSpPr>
          <p:nvPr>
            <p:ph type="title" idx="3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2" name="Google Shape;352;p5"/>
          <p:cNvSpPr txBox="1">
            <a:spLocks noGrp="1"/>
          </p:cNvSpPr>
          <p:nvPr>
            <p:ph type="subTitle" idx="4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3" name="Google Shape;353;p5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7" name="Google Shape;367;p5"/>
          <p:cNvGrpSpPr/>
          <p:nvPr/>
        </p:nvGrpSpPr>
        <p:grpSpPr>
          <a:xfrm rot="5400000" flipH="1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400;p5"/>
          <p:cNvSpPr/>
          <p:nvPr/>
        </p:nvSpPr>
        <p:spPr>
          <a:xfrm rot="5400000" flipH="1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1" name="Google Shape;401;p5"/>
          <p:cNvGrpSpPr/>
          <p:nvPr/>
        </p:nvGrpSpPr>
        <p:grpSpPr>
          <a:xfrm rot="10800000" flipH="1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8" name="Google Shape;448;p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7"/>
          <p:cNvSpPr txBox="1">
            <a:spLocks noGrp="1"/>
          </p:cNvSpPr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7"/>
          <p:cNvSpPr txBox="1">
            <a:spLocks noGrp="1"/>
          </p:cNvSpPr>
          <p:nvPr>
            <p:ph type="subTitle" idx="1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7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7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1" name="Google Shape;551;p7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8"/>
          <p:cNvSpPr txBox="1">
            <a:spLocks noGrp="1"/>
          </p:cNvSpPr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25" name="Google Shape;625;p8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4" name="Google Shape;634;p8"/>
          <p:cNvGrpSpPr/>
          <p:nvPr/>
        </p:nvGrpSpPr>
        <p:grpSpPr>
          <a:xfrm rot="-5400000" flipH="1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8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4" name="Google Shape;644;p8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6" name="Google Shape;656;p8"/>
          <p:cNvSpPr/>
          <p:nvPr/>
        </p:nvSpPr>
        <p:spPr>
          <a:xfrm rot="-5400000" flipH="1">
            <a:off x="1059557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7" name="Google Shape;657;p8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" name="Google Shape;718;p9"/>
          <p:cNvSpPr txBox="1">
            <a:spLocks noGrp="1"/>
          </p:cNvSpPr>
          <p:nvPr>
            <p:ph type="subTitle" idx="1"/>
          </p:nvPr>
        </p:nvSpPr>
        <p:spPr>
          <a:xfrm>
            <a:off x="2399850" y="2366051"/>
            <a:ext cx="4344300" cy="10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9"/>
          <p:cNvSpPr txBox="1">
            <a:spLocks noGrp="1"/>
          </p:cNvSpPr>
          <p:nvPr>
            <p:ph type="title"/>
          </p:nvPr>
        </p:nvSpPr>
        <p:spPr>
          <a:xfrm>
            <a:off x="2399850" y="1723050"/>
            <a:ext cx="43443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rot="10800000" flipH="1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>
            <a:spLocks noGrp="1"/>
          </p:cNvSpPr>
          <p:nvPr>
            <p:ph type="body" idx="1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Exo"/>
                <a:ea typeface="Exo"/>
                <a:cs typeface="Exo"/>
                <a:sym typeface="Exo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2" name="Google Shape;822;p11"/>
          <p:cNvSpPr txBox="1">
            <a:spLocks noGrp="1"/>
          </p:cNvSpPr>
          <p:nvPr>
            <p:ph type="title" hasCustomPrompt="1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>
            <a:spLocks noGrp="1"/>
          </p:cNvSpPr>
          <p:nvPr>
            <p:ph type="subTitle" idx="1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0" name="Google Shape;970;p1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13"/>
          <p:cNvSpPr txBox="1">
            <a:spLocks noGrp="1"/>
          </p:cNvSpPr>
          <p:nvPr>
            <p:ph type="title" idx="2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2" name="Google Shape;972;p13"/>
          <p:cNvSpPr txBox="1">
            <a:spLocks noGrp="1"/>
          </p:cNvSpPr>
          <p:nvPr>
            <p:ph type="subTitle" idx="1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13"/>
          <p:cNvSpPr txBox="1">
            <a:spLocks noGrp="1"/>
          </p:cNvSpPr>
          <p:nvPr>
            <p:ph type="title" idx="3" hasCustomPrompt="1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>
            <a:spLocks noGrp="1"/>
          </p:cNvSpPr>
          <p:nvPr>
            <p:ph type="title" idx="4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5" name="Google Shape;975;p13"/>
          <p:cNvSpPr txBox="1">
            <a:spLocks noGrp="1"/>
          </p:cNvSpPr>
          <p:nvPr>
            <p:ph type="subTitle" idx="5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6" name="Google Shape;976;p13"/>
          <p:cNvSpPr txBox="1">
            <a:spLocks noGrp="1"/>
          </p:cNvSpPr>
          <p:nvPr>
            <p:ph type="title" idx="6" hasCustomPrompt="1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>
            <a:spLocks noGrp="1"/>
          </p:cNvSpPr>
          <p:nvPr>
            <p:ph type="title" idx="7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8" name="Google Shape;978;p13"/>
          <p:cNvSpPr txBox="1">
            <a:spLocks noGrp="1"/>
          </p:cNvSpPr>
          <p:nvPr>
            <p:ph type="subTitle" idx="8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9" name="Google Shape;979;p13"/>
          <p:cNvSpPr txBox="1">
            <a:spLocks noGrp="1"/>
          </p:cNvSpPr>
          <p:nvPr>
            <p:ph type="title" idx="9" hasCustomPrompt="1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>
            <a:spLocks noGrp="1"/>
          </p:cNvSpPr>
          <p:nvPr>
            <p:ph type="title" idx="13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1" name="Google Shape;981;p13"/>
          <p:cNvSpPr txBox="1">
            <a:spLocks noGrp="1"/>
          </p:cNvSpPr>
          <p:nvPr>
            <p:ph type="subTitle" idx="14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13"/>
          <p:cNvSpPr txBox="1">
            <a:spLocks noGrp="1"/>
          </p:cNvSpPr>
          <p:nvPr>
            <p:ph type="title" idx="15" hasCustomPrompt="1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>
            <a:spLocks noGrp="1"/>
          </p:cNvSpPr>
          <p:nvPr>
            <p:ph type="title" idx="16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4" name="Google Shape;984;p13"/>
          <p:cNvSpPr txBox="1">
            <a:spLocks noGrp="1"/>
          </p:cNvSpPr>
          <p:nvPr>
            <p:ph type="subTitle" idx="17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3"/>
          <p:cNvSpPr txBox="1">
            <a:spLocks noGrp="1"/>
          </p:cNvSpPr>
          <p:nvPr>
            <p:ph type="title" idx="18" hasCustomPrompt="1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>
            <a:spLocks noGrp="1"/>
          </p:cNvSpPr>
          <p:nvPr>
            <p:ph type="title" idx="19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7" name="Google Shape;987;p13"/>
          <p:cNvSpPr txBox="1">
            <a:spLocks noGrp="1"/>
          </p:cNvSpPr>
          <p:nvPr>
            <p:ph type="subTitle" idx="20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13"/>
          <p:cNvSpPr txBox="1">
            <a:spLocks noGrp="1"/>
          </p:cNvSpPr>
          <p:nvPr>
            <p:ph type="title" idx="21" hasCustomPrompt="1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rot="5400000" flipH="1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3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3" name="Google Shape;1103;p14"/>
          <p:cNvSpPr txBox="1">
            <a:spLocks noGrp="1"/>
          </p:cNvSpPr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04" name="Google Shape;1104;p14"/>
          <p:cNvSpPr txBox="1">
            <a:spLocks noGrp="1"/>
          </p:cNvSpPr>
          <p:nvPr>
            <p:ph type="subTitle" idx="1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105" name="Google Shape;1105;p14"/>
          <p:cNvSpPr/>
          <p:nvPr/>
        </p:nvSpPr>
        <p:spPr>
          <a:xfrm rot="-5400000" flipH="1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BLANK_4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8" name="Google Shape;1188;p15"/>
          <p:cNvSpPr txBox="1">
            <a:spLocks noGrp="1"/>
          </p:cNvSpPr>
          <p:nvPr>
            <p:ph type="title"/>
          </p:nvPr>
        </p:nvSpPr>
        <p:spPr>
          <a:xfrm>
            <a:off x="864525" y="2405675"/>
            <a:ext cx="75663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89" name="Google Shape;1189;p15"/>
          <p:cNvSpPr txBox="1">
            <a:spLocks noGrp="1"/>
          </p:cNvSpPr>
          <p:nvPr>
            <p:ph type="subTitle" idx="1"/>
          </p:nvPr>
        </p:nvSpPr>
        <p:spPr>
          <a:xfrm>
            <a:off x="864525" y="3440475"/>
            <a:ext cx="4644000" cy="3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90" name="Google Shape;1190;p15"/>
          <p:cNvSpPr txBox="1">
            <a:spLocks noGrp="1"/>
          </p:cNvSpPr>
          <p:nvPr>
            <p:ph type="title" idx="2" hasCustomPrompt="1"/>
          </p:nvPr>
        </p:nvSpPr>
        <p:spPr>
          <a:xfrm>
            <a:off x="864525" y="1484975"/>
            <a:ext cx="21303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15"/>
          <p:cNvSpPr/>
          <p:nvPr/>
        </p:nvSpPr>
        <p:spPr>
          <a:xfrm rot="10800000" flipH="1">
            <a:off x="2891470" y="4842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BLANK_8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3" name="Google Shape;1263;p16"/>
          <p:cNvSpPr txBox="1">
            <a:spLocks noGrp="1"/>
          </p:cNvSpPr>
          <p:nvPr>
            <p:ph type="title"/>
          </p:nvPr>
        </p:nvSpPr>
        <p:spPr>
          <a:xfrm>
            <a:off x="713100" y="2405675"/>
            <a:ext cx="75834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64" name="Google Shape;1264;p16"/>
          <p:cNvSpPr txBox="1">
            <a:spLocks noGrp="1"/>
          </p:cNvSpPr>
          <p:nvPr>
            <p:ph type="subTitle" idx="1"/>
          </p:nvPr>
        </p:nvSpPr>
        <p:spPr>
          <a:xfrm>
            <a:off x="3567000" y="3415875"/>
            <a:ext cx="4729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5" name="Google Shape;1265;p16"/>
          <p:cNvSpPr txBox="1">
            <a:spLocks noGrp="1"/>
          </p:cNvSpPr>
          <p:nvPr>
            <p:ph type="title" idx="2" hasCustomPrompt="1"/>
          </p:nvPr>
        </p:nvSpPr>
        <p:spPr>
          <a:xfrm>
            <a:off x="5961000" y="1484975"/>
            <a:ext cx="23355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rot="10800000" flipH="1">
            <a:off x="2358070" y="4766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3" name="Google Shape;1343;p17"/>
          <p:cNvSpPr txBox="1">
            <a:spLocks noGrp="1"/>
          </p:cNvSpPr>
          <p:nvPr>
            <p:ph type="title"/>
          </p:nvPr>
        </p:nvSpPr>
        <p:spPr>
          <a:xfrm>
            <a:off x="713100" y="1723050"/>
            <a:ext cx="4401600" cy="572700"/>
          </a:xfrm>
          <a:prstGeom prst="rect">
            <a:avLst/>
          </a:prstGeom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p17"/>
          <p:cNvSpPr txBox="1">
            <a:spLocks noGrp="1"/>
          </p:cNvSpPr>
          <p:nvPr>
            <p:ph type="subTitle" idx="1"/>
          </p:nvPr>
        </p:nvSpPr>
        <p:spPr>
          <a:xfrm>
            <a:off x="713100" y="2366050"/>
            <a:ext cx="4401600" cy="10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6"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0" name="Google Shape;1430;p18"/>
          <p:cNvSpPr txBox="1">
            <a:spLocks noGrp="1"/>
          </p:cNvSpPr>
          <p:nvPr>
            <p:ph type="title"/>
          </p:nvPr>
        </p:nvSpPr>
        <p:spPr>
          <a:xfrm>
            <a:off x="865500" y="1323677"/>
            <a:ext cx="41661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31" name="Google Shape;1431;p18"/>
          <p:cNvSpPr txBox="1">
            <a:spLocks noGrp="1"/>
          </p:cNvSpPr>
          <p:nvPr>
            <p:ph type="subTitle" idx="1"/>
          </p:nvPr>
        </p:nvSpPr>
        <p:spPr>
          <a:xfrm>
            <a:off x="865500" y="1966252"/>
            <a:ext cx="4166100" cy="191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BLANK_10"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1" name="Google Shape;1531;p19"/>
          <p:cNvSpPr txBox="1">
            <a:spLocks noGrp="1"/>
          </p:cNvSpPr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2" name="Google Shape;1532;p19"/>
          <p:cNvSpPr txBox="1">
            <a:spLocks noGrp="1"/>
          </p:cNvSpPr>
          <p:nvPr>
            <p:ph type="subTitle" idx="1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3" name="Google Shape;1533;p19"/>
          <p:cNvSpPr txBox="1">
            <a:spLocks noGrp="1"/>
          </p:cNvSpPr>
          <p:nvPr>
            <p:ph type="title" idx="2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4" name="Google Shape;1534;p19"/>
          <p:cNvSpPr txBox="1">
            <a:spLocks noGrp="1"/>
          </p:cNvSpPr>
          <p:nvPr>
            <p:ph type="subTitle" idx="3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6" name="Google Shape;1566;p19"/>
          <p:cNvSpPr txBox="1">
            <a:spLocks noGrp="1"/>
          </p:cNvSpPr>
          <p:nvPr>
            <p:ph type="title" idx="4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BLANK_17"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7" name="Google Shape;1607;p20"/>
          <p:cNvSpPr txBox="1">
            <a:spLocks noGrp="1"/>
          </p:cNvSpPr>
          <p:nvPr>
            <p:ph type="subTitle" idx="1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08" name="Google Shape;1608;p20"/>
          <p:cNvSpPr txBox="1">
            <a:spLocks noGrp="1"/>
          </p:cNvSpPr>
          <p:nvPr>
            <p:ph type="subTitle" idx="2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6" name="Google Shape;1656;p20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5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7" name="Google Shape;1697;p2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98" name="Google Shape;1698;p21"/>
          <p:cNvSpPr txBox="1">
            <a:spLocks noGrp="1"/>
          </p:cNvSpPr>
          <p:nvPr>
            <p:ph type="title" idx="2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99" name="Google Shape;1699;p21"/>
          <p:cNvSpPr txBox="1">
            <a:spLocks noGrp="1"/>
          </p:cNvSpPr>
          <p:nvPr>
            <p:ph type="subTitle" idx="1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0" name="Google Shape;1700;p21"/>
          <p:cNvSpPr txBox="1">
            <a:spLocks noGrp="1"/>
          </p:cNvSpPr>
          <p:nvPr>
            <p:ph type="title" idx="3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1" name="Google Shape;1701;p21"/>
          <p:cNvSpPr txBox="1">
            <a:spLocks noGrp="1"/>
          </p:cNvSpPr>
          <p:nvPr>
            <p:ph type="subTitle" idx="4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2" name="Google Shape;1702;p21"/>
          <p:cNvSpPr txBox="1">
            <a:spLocks noGrp="1"/>
          </p:cNvSpPr>
          <p:nvPr>
            <p:ph type="title" idx="5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3" name="Google Shape;1703;p21"/>
          <p:cNvSpPr txBox="1">
            <a:spLocks noGrp="1"/>
          </p:cNvSpPr>
          <p:nvPr>
            <p:ph type="subTitle" idx="6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rot="5400000" flipH="1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rot="-5400000" flipH="1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6"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0" name="Google Shape;1780;p22"/>
          <p:cNvSpPr txBox="1">
            <a:spLocks noGrp="1"/>
          </p:cNvSpPr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1" name="Google Shape;1781;p22"/>
          <p:cNvSpPr txBox="1">
            <a:spLocks noGrp="1"/>
          </p:cNvSpPr>
          <p:nvPr>
            <p:ph type="subTitle" idx="1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2" name="Google Shape;1782;p22"/>
          <p:cNvSpPr txBox="1">
            <a:spLocks noGrp="1"/>
          </p:cNvSpPr>
          <p:nvPr>
            <p:ph type="title" idx="2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3" name="Google Shape;1783;p22"/>
          <p:cNvSpPr txBox="1">
            <a:spLocks noGrp="1"/>
          </p:cNvSpPr>
          <p:nvPr>
            <p:ph type="subTitle" idx="3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4" name="Google Shape;1784;p22"/>
          <p:cNvSpPr txBox="1">
            <a:spLocks noGrp="1"/>
          </p:cNvSpPr>
          <p:nvPr>
            <p:ph type="title" idx="4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5" name="Google Shape;1785;p22"/>
          <p:cNvSpPr txBox="1">
            <a:spLocks noGrp="1"/>
          </p:cNvSpPr>
          <p:nvPr>
            <p:ph type="subTitle" idx="5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6" name="Google Shape;1786;p22"/>
          <p:cNvSpPr txBox="1">
            <a:spLocks noGrp="1"/>
          </p:cNvSpPr>
          <p:nvPr>
            <p:ph type="title" idx="6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7" name="Google Shape;1787;p22"/>
          <p:cNvSpPr txBox="1">
            <a:spLocks noGrp="1"/>
          </p:cNvSpPr>
          <p:nvPr>
            <p:ph type="subTitle" idx="7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8" name="Google Shape;1788;p22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853" name="Google Shape;1853;p22"/>
          <p:cNvSpPr txBox="1">
            <a:spLocks noGrp="1"/>
          </p:cNvSpPr>
          <p:nvPr>
            <p:ph type="title" idx="8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7"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4" name="Google Shape;1894;p2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95" name="Google Shape;1895;p23"/>
          <p:cNvSpPr txBox="1">
            <a:spLocks noGrp="1"/>
          </p:cNvSpPr>
          <p:nvPr>
            <p:ph type="title" idx="2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6" name="Google Shape;1896;p23"/>
          <p:cNvSpPr txBox="1">
            <a:spLocks noGrp="1"/>
          </p:cNvSpPr>
          <p:nvPr>
            <p:ph type="subTitle" idx="1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7" name="Google Shape;1897;p23"/>
          <p:cNvSpPr txBox="1">
            <a:spLocks noGrp="1"/>
          </p:cNvSpPr>
          <p:nvPr>
            <p:ph type="title" idx="3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8" name="Google Shape;1898;p23"/>
          <p:cNvSpPr txBox="1">
            <a:spLocks noGrp="1"/>
          </p:cNvSpPr>
          <p:nvPr>
            <p:ph type="subTitle" idx="4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9" name="Google Shape;1899;p23"/>
          <p:cNvSpPr txBox="1">
            <a:spLocks noGrp="1"/>
          </p:cNvSpPr>
          <p:nvPr>
            <p:ph type="title" idx="5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0" name="Google Shape;1900;p23"/>
          <p:cNvSpPr txBox="1">
            <a:spLocks noGrp="1"/>
          </p:cNvSpPr>
          <p:nvPr>
            <p:ph type="subTitle" idx="6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1" name="Google Shape;1901;p23"/>
          <p:cNvSpPr txBox="1">
            <a:spLocks noGrp="1"/>
          </p:cNvSpPr>
          <p:nvPr>
            <p:ph type="title" idx="7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2" name="Google Shape;1902;p23"/>
          <p:cNvSpPr txBox="1">
            <a:spLocks noGrp="1"/>
          </p:cNvSpPr>
          <p:nvPr>
            <p:ph type="subTitle" idx="8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3" name="Google Shape;1903;p23"/>
          <p:cNvSpPr txBox="1">
            <a:spLocks noGrp="1"/>
          </p:cNvSpPr>
          <p:nvPr>
            <p:ph type="title" idx="9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4" name="Google Shape;1904;p23"/>
          <p:cNvSpPr txBox="1">
            <a:spLocks noGrp="1"/>
          </p:cNvSpPr>
          <p:nvPr>
            <p:ph type="subTitle" idx="13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5" name="Google Shape;1905;p23"/>
          <p:cNvSpPr txBox="1">
            <a:spLocks noGrp="1"/>
          </p:cNvSpPr>
          <p:nvPr>
            <p:ph type="title" idx="14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6" name="Google Shape;1906;p23"/>
          <p:cNvSpPr txBox="1">
            <a:spLocks noGrp="1"/>
          </p:cNvSpPr>
          <p:nvPr>
            <p:ph type="subTitle" idx="15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5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1" name="Google Shape;2111;p2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4"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9" name="Google Shape;2219;p2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1"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0" name="Google Shape;2260;p2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61" name="Google Shape;2261;p26"/>
          <p:cNvSpPr txBox="1">
            <a:spLocks noGrp="1"/>
          </p:cNvSpPr>
          <p:nvPr>
            <p:ph type="title" idx="2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2" name="Google Shape;2262;p26"/>
          <p:cNvSpPr txBox="1">
            <a:spLocks noGrp="1"/>
          </p:cNvSpPr>
          <p:nvPr>
            <p:ph type="subTitle" idx="1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3" name="Google Shape;2263;p26"/>
          <p:cNvSpPr txBox="1">
            <a:spLocks noGrp="1"/>
          </p:cNvSpPr>
          <p:nvPr>
            <p:ph type="title" idx="3" hasCustomPrompt="1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>
            <a:spLocks noGrp="1"/>
          </p:cNvSpPr>
          <p:nvPr>
            <p:ph type="title" idx="4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5" name="Google Shape;2265;p26"/>
          <p:cNvSpPr txBox="1">
            <a:spLocks noGrp="1"/>
          </p:cNvSpPr>
          <p:nvPr>
            <p:ph type="subTitle" idx="5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6" name="Google Shape;2266;p26"/>
          <p:cNvSpPr txBox="1">
            <a:spLocks noGrp="1"/>
          </p:cNvSpPr>
          <p:nvPr>
            <p:ph type="title" idx="6" hasCustomPrompt="1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>
            <a:spLocks noGrp="1"/>
          </p:cNvSpPr>
          <p:nvPr>
            <p:ph type="title" idx="7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8" name="Google Shape;2268;p26"/>
          <p:cNvSpPr txBox="1">
            <a:spLocks noGrp="1"/>
          </p:cNvSpPr>
          <p:nvPr>
            <p:ph type="subTitle" idx="8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9" name="Google Shape;2269;p26"/>
          <p:cNvSpPr txBox="1">
            <a:spLocks noGrp="1"/>
          </p:cNvSpPr>
          <p:nvPr>
            <p:ph type="title" idx="9" hasCustomPrompt="1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p26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2">
    <p:spTree>
      <p:nvGrpSpPr>
        <p:cNvPr id="1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7" name="Google Shape;2347;p27"/>
          <p:cNvSpPr txBox="1">
            <a:spLocks noGrp="1"/>
          </p:cNvSpPr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48" name="Google Shape;2348;p27"/>
          <p:cNvSpPr txBox="1">
            <a:spLocks noGrp="1"/>
          </p:cNvSpPr>
          <p:nvPr>
            <p:ph type="subTitle" idx="1"/>
          </p:nvPr>
        </p:nvSpPr>
        <p:spPr>
          <a:xfrm>
            <a:off x="2335650" y="1775000"/>
            <a:ext cx="4472700" cy="10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3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2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2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" name="Google Shape;2654;p32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0" name="Google Shape;2650;p3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651" name="Google Shape;2651;p3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9" name="Google Shape;2659;p33"/>
          <p:cNvSpPr/>
          <p:nvPr/>
        </p:nvSpPr>
        <p:spPr>
          <a:xfrm>
            <a:off x="181788" y="3718300"/>
            <a:ext cx="48825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0" name="Google Shape;2660;p33"/>
          <p:cNvSpPr txBox="1">
            <a:spLocks noGrp="1"/>
          </p:cNvSpPr>
          <p:nvPr>
            <p:ph type="subTitle" idx="1"/>
          </p:nvPr>
        </p:nvSpPr>
        <p:spPr>
          <a:xfrm>
            <a:off x="349189" y="3765100"/>
            <a:ext cx="4547700" cy="30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dirty="0"/>
              <a:t>Cristian López</a:t>
            </a:r>
          </a:p>
        </p:txBody>
      </p:sp>
      <p:grpSp>
        <p:nvGrpSpPr>
          <p:cNvPr id="2661" name="Google Shape;2661;p33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62" name="Google Shape;2662;p3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8" name="Google Shape;2668;p33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669" name="Google Shape;2669;p3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3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3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3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5" name="Google Shape;2675;p33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676" name="Google Shape;2676;p3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1" name="Google Shape;2681;p33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682" name="Google Shape;2682;p3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683" name="Google Shape;2683;p3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3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3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3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3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3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3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3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3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3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93" name="Google Shape;2693;p3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694" name="Google Shape;2694;p3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3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3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3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3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3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3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3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3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3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04" name="Google Shape;2704;p33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05" name="Google Shape;2705;p3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9" name="Google Shape;2719;p33"/>
          <p:cNvSpPr txBox="1">
            <a:spLocks noGrp="1"/>
          </p:cNvSpPr>
          <p:nvPr>
            <p:ph type="ctrTitle"/>
          </p:nvPr>
        </p:nvSpPr>
        <p:spPr>
          <a:xfrm>
            <a:off x="1317600" y="1193625"/>
            <a:ext cx="6508800" cy="172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5800" dirty="0">
                <a:solidFill>
                  <a:schemeClr val="accent2"/>
                </a:solidFill>
              </a:rPr>
              <a:t>ÁRBOL JUEGO</a:t>
            </a:r>
            <a:endParaRPr lang="en" sz="50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Google Shape;2724;p3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800" dirty="0" err="1">
                <a:solidFill>
                  <a:schemeClr val="bg1"/>
                </a:solidFill>
              </a:rPr>
              <a:t>Introducción</a:t>
            </a:r>
            <a:r>
              <a:rPr lang="en" sz="2800" dirty="0">
                <a:solidFill>
                  <a:schemeClr val="bg1"/>
                </a:solidFill>
              </a:rPr>
              <a:t>: </a:t>
            </a:r>
          </a:p>
        </p:txBody>
      </p:sp>
      <p:sp>
        <p:nvSpPr>
          <p:cNvPr id="2725" name="Google Shape;2725;p34"/>
          <p:cNvSpPr txBox="1">
            <a:spLocks noGrp="1"/>
          </p:cNvSpPr>
          <p:nvPr>
            <p:ph type="body" idx="1"/>
          </p:nvPr>
        </p:nvSpPr>
        <p:spPr>
          <a:xfrm>
            <a:off x="2281061" y="1187700"/>
            <a:ext cx="614983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 sz="2000" err="1"/>
              <a:t>Qué</a:t>
            </a:r>
            <a:r>
              <a:rPr lang="en" sz="2000" dirty="0"/>
              <a:t> es un árbol de juego?:</a:t>
            </a:r>
            <a:endParaRPr lang="en-US" sz="2000" dirty="0"/>
          </a:p>
          <a:p>
            <a:pPr>
              <a:spcBef>
                <a:spcPts val="1000"/>
              </a:spcBef>
              <a:buClr>
                <a:schemeClr val="accent2"/>
              </a:buClr>
            </a:pPr>
            <a:r>
              <a:rPr lang="en" sz="2000" dirty="0"/>
              <a:t>Un árbol de juego es </a:t>
            </a:r>
            <a:r>
              <a:rPr lang="en" sz="2000" dirty="0" err="1"/>
              <a:t>una</a:t>
            </a:r>
            <a:r>
              <a:rPr lang="en" sz="2000" dirty="0"/>
              <a:t> </a:t>
            </a:r>
            <a:r>
              <a:rPr lang="en" sz="2000" dirty="0" err="1"/>
              <a:t>representación</a:t>
            </a:r>
            <a:r>
              <a:rPr lang="en" sz="2000" dirty="0"/>
              <a:t> </a:t>
            </a:r>
            <a:r>
              <a:rPr lang="en" sz="2000" dirty="0" err="1"/>
              <a:t>gráfica</a:t>
            </a:r>
            <a:r>
              <a:rPr lang="en" sz="2000" dirty="0"/>
              <a:t> que </a:t>
            </a:r>
            <a:r>
              <a:rPr lang="en" sz="2000" dirty="0" err="1"/>
              <a:t>muestra</a:t>
            </a:r>
            <a:r>
              <a:rPr lang="en" sz="2000" dirty="0"/>
              <a:t> </a:t>
            </a:r>
            <a:r>
              <a:rPr lang="en" sz="2000" dirty="0" err="1"/>
              <a:t>todas</a:t>
            </a:r>
            <a:r>
              <a:rPr lang="en" sz="2000" dirty="0"/>
              <a:t> las </a:t>
            </a:r>
            <a:r>
              <a:rPr lang="en" sz="2000" dirty="0" err="1"/>
              <a:t>posibilidades</a:t>
            </a:r>
            <a:r>
              <a:rPr lang="en" sz="2000" dirty="0"/>
              <a:t> de </a:t>
            </a:r>
            <a:r>
              <a:rPr lang="en" sz="2000" dirty="0" err="1"/>
              <a:t>decisión</a:t>
            </a:r>
            <a:r>
              <a:rPr lang="en" sz="2000" dirty="0"/>
              <a:t> </a:t>
            </a:r>
            <a:r>
              <a:rPr lang="en" sz="2000" dirty="0" err="1"/>
              <a:t>en</a:t>
            </a:r>
            <a:r>
              <a:rPr lang="en" sz="2000" dirty="0"/>
              <a:t> un juego, </a:t>
            </a:r>
            <a:r>
              <a:rPr lang="en" sz="2000" dirty="0" err="1"/>
              <a:t>desde</a:t>
            </a:r>
            <a:r>
              <a:rPr lang="en" sz="2000" dirty="0"/>
              <a:t> </a:t>
            </a:r>
            <a:r>
              <a:rPr lang="en" sz="2000" dirty="0" err="1"/>
              <a:t>el</a:t>
            </a:r>
            <a:r>
              <a:rPr lang="en" sz="2000" dirty="0"/>
              <a:t> </a:t>
            </a:r>
            <a:r>
              <a:rPr lang="en" sz="2000" dirty="0" err="1"/>
              <a:t>estado</a:t>
            </a:r>
            <a:r>
              <a:rPr lang="en" sz="2000" dirty="0"/>
              <a:t> </a:t>
            </a:r>
            <a:r>
              <a:rPr lang="en" sz="2000" dirty="0" err="1"/>
              <a:t>inicial</a:t>
            </a:r>
            <a:r>
              <a:rPr lang="en" sz="2000" dirty="0"/>
              <a:t> hasta </a:t>
            </a:r>
            <a:r>
              <a:rPr lang="en" sz="2000" dirty="0" err="1"/>
              <a:t>los</a:t>
            </a:r>
            <a:r>
              <a:rPr lang="en" sz="2000" dirty="0"/>
              <a:t> </a:t>
            </a:r>
            <a:r>
              <a:rPr lang="en" sz="2000" dirty="0" err="1"/>
              <a:t>resultados</a:t>
            </a:r>
            <a:r>
              <a:rPr lang="en" sz="2000" dirty="0"/>
              <a:t> finales.</a:t>
            </a:r>
          </a:p>
          <a:p>
            <a:pPr>
              <a:spcBef>
                <a:spcPts val="1000"/>
              </a:spcBef>
              <a:buClr>
                <a:schemeClr val="accent2"/>
              </a:buClr>
            </a:pPr>
            <a:r>
              <a:rPr lang="en" sz="2000" dirty="0" err="1"/>
              <a:t>Además</a:t>
            </a:r>
            <a:r>
              <a:rPr lang="en" sz="2000" dirty="0"/>
              <a:t>, son </a:t>
            </a:r>
            <a:r>
              <a:rPr lang="en" sz="2000" dirty="0" err="1"/>
              <a:t>estructuras</a:t>
            </a:r>
            <a:r>
              <a:rPr lang="en" sz="2000" dirty="0"/>
              <a:t> de </a:t>
            </a:r>
            <a:r>
              <a:rPr lang="en" sz="2000" dirty="0" err="1"/>
              <a:t>datos</a:t>
            </a:r>
            <a:r>
              <a:rPr lang="en" sz="2000" dirty="0"/>
              <a:t> </a:t>
            </a:r>
            <a:r>
              <a:rPr lang="en" sz="2000" dirty="0" err="1"/>
              <a:t>utilizadas</a:t>
            </a:r>
            <a:r>
              <a:rPr lang="en" sz="2000" dirty="0"/>
              <a:t> </a:t>
            </a:r>
            <a:r>
              <a:rPr lang="en" sz="2000" dirty="0" err="1"/>
              <a:t>en</a:t>
            </a:r>
            <a:r>
              <a:rPr lang="en" sz="2000" dirty="0"/>
              <a:t> </a:t>
            </a:r>
            <a:r>
              <a:rPr lang="en" sz="2000" dirty="0" err="1"/>
              <a:t>programación</a:t>
            </a:r>
            <a:r>
              <a:rPr lang="en" sz="2000" dirty="0"/>
              <a:t> para </a:t>
            </a:r>
            <a:r>
              <a:rPr lang="en" sz="2000" dirty="0" err="1"/>
              <a:t>modelar</a:t>
            </a:r>
            <a:r>
              <a:rPr lang="en" sz="2000" dirty="0"/>
              <a:t> y </a:t>
            </a:r>
            <a:r>
              <a:rPr lang="en" sz="2000" dirty="0" err="1"/>
              <a:t>analizar</a:t>
            </a:r>
            <a:r>
              <a:rPr lang="en" sz="2000" dirty="0"/>
              <a:t> </a:t>
            </a:r>
            <a:r>
              <a:rPr lang="en" sz="2000" dirty="0" err="1"/>
              <a:t>decisiones</a:t>
            </a:r>
            <a:r>
              <a:rPr lang="en" sz="2000" dirty="0"/>
              <a:t> </a:t>
            </a:r>
            <a:r>
              <a:rPr lang="en" sz="2000" dirty="0" err="1"/>
              <a:t>en</a:t>
            </a:r>
            <a:r>
              <a:rPr lang="en" sz="2000" dirty="0"/>
              <a:t> </a:t>
            </a:r>
            <a:r>
              <a:rPr lang="en" sz="2000" dirty="0" err="1"/>
              <a:t>juegos</a:t>
            </a:r>
            <a:r>
              <a:rPr lang="en" sz="2000" dirty="0"/>
              <a:t>, </a:t>
            </a:r>
            <a:r>
              <a:rPr lang="en" sz="2000" dirty="0" err="1"/>
              <a:t>especialmente</a:t>
            </a:r>
            <a:r>
              <a:rPr lang="en" sz="2000" dirty="0"/>
              <a:t> </a:t>
            </a:r>
            <a:r>
              <a:rPr lang="en" sz="2000" dirty="0" err="1"/>
              <a:t>aquellos</a:t>
            </a:r>
            <a:r>
              <a:rPr lang="en" sz="2000" dirty="0"/>
              <a:t> que </a:t>
            </a:r>
            <a:r>
              <a:rPr lang="en" sz="2000" dirty="0" err="1"/>
              <a:t>implican</a:t>
            </a:r>
            <a:r>
              <a:rPr lang="en" sz="2000" dirty="0"/>
              <a:t> </a:t>
            </a:r>
            <a:r>
              <a:rPr lang="en" sz="2000" dirty="0" err="1"/>
              <a:t>turnos</a:t>
            </a:r>
            <a:r>
              <a:rPr lang="en" sz="2000" dirty="0"/>
              <a:t>, </a:t>
            </a:r>
            <a:r>
              <a:rPr lang="en" sz="2000" dirty="0" err="1"/>
              <a:t>como</a:t>
            </a:r>
            <a:r>
              <a:rPr lang="en" sz="2000" dirty="0"/>
              <a:t> </a:t>
            </a:r>
            <a:r>
              <a:rPr lang="en" sz="2000" dirty="0" err="1"/>
              <a:t>el</a:t>
            </a:r>
            <a:r>
              <a:rPr lang="en" sz="2000" dirty="0"/>
              <a:t> </a:t>
            </a:r>
            <a:r>
              <a:rPr lang="en" sz="2000" dirty="0" err="1"/>
              <a:t>ajedrez</a:t>
            </a:r>
            <a:r>
              <a:rPr lang="en" sz="2000" dirty="0"/>
              <a:t>, </a:t>
            </a:r>
            <a:r>
              <a:rPr lang="en" sz="2000" dirty="0" err="1"/>
              <a:t>tres</a:t>
            </a:r>
            <a:r>
              <a:rPr lang="en" sz="2000" dirty="0"/>
              <a:t> </a:t>
            </a:r>
            <a:r>
              <a:rPr lang="en" sz="2000" dirty="0" err="1"/>
              <a:t>en</a:t>
            </a:r>
            <a:r>
              <a:rPr lang="en" sz="2000" dirty="0"/>
              <a:t> </a:t>
            </a:r>
            <a:r>
              <a:rPr lang="en" sz="2000" dirty="0" err="1"/>
              <a:t>raya</a:t>
            </a:r>
            <a:r>
              <a:rPr lang="en" sz="2000" dirty="0"/>
              <a:t>, etc.</a:t>
            </a:r>
          </a:p>
          <a:p>
            <a:pPr lvl="0" algn="l">
              <a:spcBef>
                <a:spcPts val="1000"/>
              </a:spcBef>
              <a:buClr>
                <a:srgbClr val="8FFFFF"/>
              </a:buClr>
              <a:buSzPts val="1200"/>
            </a:pPr>
            <a:endParaRPr lang="en" sz="2000" dirty="0"/>
          </a:p>
          <a:p>
            <a:pPr marL="0" indent="0">
              <a:spcAft>
                <a:spcPts val="1200"/>
              </a:spcAft>
              <a:buNone/>
            </a:pPr>
            <a:endParaRPr lang="en" dirty="0"/>
          </a:p>
          <a:p>
            <a:pPr marL="0" indent="0">
              <a:spcAft>
                <a:spcPts val="1200"/>
              </a:spcAft>
              <a:buNone/>
            </a:pPr>
            <a:endParaRPr lang="en-US" b="1" dirty="0">
              <a:solidFill>
                <a:schemeClr val="accent2"/>
              </a:solidFill>
            </a:endParaRPr>
          </a:p>
        </p:txBody>
      </p:sp>
      <p:grpSp>
        <p:nvGrpSpPr>
          <p:cNvPr id="2726" name="Google Shape;2726;p34"/>
          <p:cNvGrpSpPr/>
          <p:nvPr/>
        </p:nvGrpSpPr>
        <p:grpSpPr>
          <a:xfrm>
            <a:off x="7126489" y="852727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 descr="A diagram of a diagram of a game&#10;&#10;Description automatically generated">
            <a:extLst>
              <a:ext uri="{FF2B5EF4-FFF2-40B4-BE49-F238E27FC236}">
                <a16:creationId xmlns:a16="http://schemas.microsoft.com/office/drawing/2014/main" id="{9E0E771F-1394-9714-8A4C-D3686E49C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5" y="1659182"/>
            <a:ext cx="2414954" cy="22867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3" name="Google Shape;2743;p35"/>
          <p:cNvSpPr txBox="1">
            <a:spLocks noGrp="1"/>
          </p:cNvSpPr>
          <p:nvPr>
            <p:ph type="title"/>
          </p:nvPr>
        </p:nvSpPr>
        <p:spPr>
          <a:xfrm>
            <a:off x="713100" y="714025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Objetivos</a:t>
            </a:r>
            <a:r>
              <a:rPr lang="en" dirty="0"/>
              <a:t>:</a:t>
            </a:r>
            <a:endParaRPr lang="en" sz="3200" dirty="0">
              <a:solidFill>
                <a:schemeClr val="accent2"/>
              </a:solidFill>
            </a:endParaRPr>
          </a:p>
        </p:txBody>
      </p:sp>
      <p:sp>
        <p:nvSpPr>
          <p:cNvPr id="2745" name="Google Shape;2745;p35"/>
          <p:cNvSpPr txBox="1">
            <a:spLocks noGrp="1"/>
          </p:cNvSpPr>
          <p:nvPr>
            <p:ph type="subTitle" idx="1"/>
          </p:nvPr>
        </p:nvSpPr>
        <p:spPr>
          <a:xfrm>
            <a:off x="713050" y="2779992"/>
            <a:ext cx="2233500" cy="8896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dirty="0" err="1"/>
              <a:t>Representar</a:t>
            </a:r>
            <a:r>
              <a:rPr lang="en" dirty="0"/>
              <a:t> las </a:t>
            </a:r>
            <a:r>
              <a:rPr lang="en" dirty="0" err="1"/>
              <a:t>decisiones</a:t>
            </a:r>
            <a:r>
              <a:rPr lang="en" dirty="0"/>
              <a:t> </a:t>
            </a:r>
            <a:r>
              <a:rPr lang="en" dirty="0" err="1"/>
              <a:t>posibles</a:t>
            </a:r>
            <a:r>
              <a:rPr lang="en" dirty="0"/>
              <a:t> </a:t>
            </a:r>
            <a:r>
              <a:rPr lang="en" dirty="0" err="1"/>
              <a:t>en</a:t>
            </a:r>
            <a:r>
              <a:rPr lang="en" dirty="0"/>
              <a:t> un juego.</a:t>
            </a:r>
            <a:endParaRPr lang="en-US" dirty="0"/>
          </a:p>
        </p:txBody>
      </p:sp>
      <p:sp>
        <p:nvSpPr>
          <p:cNvPr id="2746" name="Google Shape;2746;p35"/>
          <p:cNvSpPr txBox="1">
            <a:spLocks noGrp="1"/>
          </p:cNvSpPr>
          <p:nvPr>
            <p:ph type="title" idx="3"/>
          </p:nvPr>
        </p:nvSpPr>
        <p:spPr>
          <a:xfrm>
            <a:off x="713050" y="2146970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748" name="Google Shape;2748;p35"/>
          <p:cNvSpPr txBox="1">
            <a:spLocks noGrp="1"/>
          </p:cNvSpPr>
          <p:nvPr>
            <p:ph type="subTitle" idx="5"/>
          </p:nvPr>
        </p:nvSpPr>
        <p:spPr>
          <a:xfrm>
            <a:off x="3526713" y="3224492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err="1"/>
              <a:t>Evaluar</a:t>
            </a:r>
            <a:r>
              <a:rPr lang="en"/>
              <a:t> las </a:t>
            </a:r>
            <a:r>
              <a:rPr lang="en" err="1"/>
              <a:t>estrategias</a:t>
            </a:r>
            <a:r>
              <a:rPr lang="en"/>
              <a:t> </a:t>
            </a:r>
            <a:r>
              <a:rPr lang="en" err="1"/>
              <a:t>óptimas</a:t>
            </a:r>
            <a:r>
              <a:rPr lang="en"/>
              <a:t> para </a:t>
            </a:r>
            <a:r>
              <a:rPr lang="en" err="1"/>
              <a:t>los</a:t>
            </a:r>
            <a:r>
              <a:rPr lang="en"/>
              <a:t> </a:t>
            </a:r>
            <a:r>
              <a:rPr lang="en" err="1"/>
              <a:t>jugadores</a:t>
            </a:r>
            <a:r>
              <a:rPr lang="en"/>
              <a:t>.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  <p:sp>
        <p:nvSpPr>
          <p:cNvPr id="2749" name="Google Shape;2749;p35"/>
          <p:cNvSpPr txBox="1">
            <a:spLocks noGrp="1"/>
          </p:cNvSpPr>
          <p:nvPr>
            <p:ph type="title" idx="6"/>
          </p:nvPr>
        </p:nvSpPr>
        <p:spPr>
          <a:xfrm>
            <a:off x="3471150" y="2146970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751" name="Google Shape;2751;p35"/>
          <p:cNvSpPr txBox="1">
            <a:spLocks noGrp="1"/>
          </p:cNvSpPr>
          <p:nvPr>
            <p:ph type="subTitle" idx="8"/>
          </p:nvPr>
        </p:nvSpPr>
        <p:spPr>
          <a:xfrm>
            <a:off x="6229225" y="3319742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err="1"/>
              <a:t>Ayudar</a:t>
            </a:r>
            <a:r>
              <a:rPr lang="en"/>
              <a:t> a </a:t>
            </a:r>
            <a:r>
              <a:rPr lang="en" err="1"/>
              <a:t>entender</a:t>
            </a:r>
            <a:r>
              <a:rPr lang="en"/>
              <a:t> </a:t>
            </a:r>
            <a:r>
              <a:rPr lang="en" err="1"/>
              <a:t>cómo</a:t>
            </a:r>
            <a:r>
              <a:rPr lang="en"/>
              <a:t> se </a:t>
            </a:r>
            <a:r>
              <a:rPr lang="en" err="1"/>
              <a:t>puede</a:t>
            </a:r>
            <a:r>
              <a:rPr lang="en"/>
              <a:t> </a:t>
            </a:r>
            <a:r>
              <a:rPr lang="en" err="1"/>
              <a:t>maximizar</a:t>
            </a:r>
            <a:r>
              <a:rPr lang="en"/>
              <a:t> </a:t>
            </a:r>
            <a:r>
              <a:rPr lang="en" err="1"/>
              <a:t>el</a:t>
            </a:r>
            <a:r>
              <a:rPr lang="en"/>
              <a:t> </a:t>
            </a:r>
            <a:r>
              <a:rPr lang="en" err="1"/>
              <a:t>éxito</a:t>
            </a:r>
            <a:r>
              <a:rPr lang="en"/>
              <a:t> </a:t>
            </a:r>
            <a:r>
              <a:rPr lang="en" err="1"/>
              <a:t>en</a:t>
            </a:r>
            <a:r>
              <a:rPr lang="en"/>
              <a:t> </a:t>
            </a:r>
            <a:r>
              <a:rPr lang="en" err="1"/>
              <a:t>situaciones</a:t>
            </a:r>
            <a:r>
              <a:rPr lang="en"/>
              <a:t> </a:t>
            </a:r>
            <a:r>
              <a:rPr lang="en" err="1"/>
              <a:t>estratégicas</a:t>
            </a:r>
            <a:r>
              <a:rPr lang="en"/>
              <a:t>.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  <p:sp>
        <p:nvSpPr>
          <p:cNvPr id="2752" name="Google Shape;2752;p35"/>
          <p:cNvSpPr txBox="1">
            <a:spLocks noGrp="1"/>
          </p:cNvSpPr>
          <p:nvPr>
            <p:ph type="title" idx="9"/>
          </p:nvPr>
        </p:nvSpPr>
        <p:spPr>
          <a:xfrm>
            <a:off x="6229225" y="2226345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2762" name="Google Shape;2762;p35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2763" name="Google Shape;2763;p3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2" name="Google Shape;2772;p36"/>
          <p:cNvSpPr txBox="1">
            <a:spLocks noGrp="1"/>
          </p:cNvSpPr>
          <p:nvPr>
            <p:ph type="title"/>
          </p:nvPr>
        </p:nvSpPr>
        <p:spPr>
          <a:xfrm>
            <a:off x="713100" y="1032488"/>
            <a:ext cx="440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Proceso</a:t>
            </a:r>
            <a:r>
              <a:rPr lang="en" dirty="0"/>
              <a:t>:</a:t>
            </a:r>
            <a:endParaRPr lang="en" dirty="0">
              <a:solidFill>
                <a:schemeClr val="accent2"/>
              </a:solidFill>
            </a:endParaRPr>
          </a:p>
        </p:txBody>
      </p:sp>
      <p:sp>
        <p:nvSpPr>
          <p:cNvPr id="2773" name="Google Shape;2773;p36"/>
          <p:cNvSpPr txBox="1">
            <a:spLocks noGrp="1"/>
          </p:cNvSpPr>
          <p:nvPr>
            <p:ph type="subTitle" idx="1"/>
          </p:nvPr>
        </p:nvSpPr>
        <p:spPr>
          <a:xfrm>
            <a:off x="713100" y="1675488"/>
            <a:ext cx="5266787" cy="283626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dirty="0"/>
              <a:t>1. </a:t>
            </a:r>
            <a:r>
              <a:rPr lang="en" dirty="0" err="1"/>
              <a:t>Identificar</a:t>
            </a:r>
            <a:r>
              <a:rPr lang="en" dirty="0"/>
              <a:t> </a:t>
            </a:r>
            <a:r>
              <a:rPr lang="en" dirty="0" err="1"/>
              <a:t>el</a:t>
            </a:r>
            <a:r>
              <a:rPr lang="en" dirty="0"/>
              <a:t> </a:t>
            </a:r>
            <a:r>
              <a:rPr lang="en" dirty="0" err="1"/>
              <a:t>estado</a:t>
            </a:r>
            <a:r>
              <a:rPr lang="en" dirty="0"/>
              <a:t> </a:t>
            </a:r>
            <a:r>
              <a:rPr lang="en" dirty="0" err="1"/>
              <a:t>inicial</a:t>
            </a:r>
            <a:r>
              <a:rPr lang="en" dirty="0"/>
              <a:t> del juego.</a:t>
            </a:r>
          </a:p>
          <a:p>
            <a:pPr marL="0" indent="0"/>
            <a:endParaRPr lang="en" dirty="0"/>
          </a:p>
          <a:p>
            <a:pPr marL="0" indent="0"/>
            <a:r>
              <a:rPr lang="en" dirty="0"/>
              <a:t>2. </a:t>
            </a:r>
            <a:r>
              <a:rPr lang="en" dirty="0" err="1"/>
              <a:t>Generar</a:t>
            </a:r>
            <a:r>
              <a:rPr lang="en" dirty="0"/>
              <a:t> </a:t>
            </a:r>
            <a:r>
              <a:rPr lang="en" dirty="0" err="1"/>
              <a:t>todos</a:t>
            </a:r>
            <a:r>
              <a:rPr lang="en" dirty="0"/>
              <a:t> </a:t>
            </a:r>
            <a:r>
              <a:rPr lang="en" dirty="0" err="1"/>
              <a:t>los</a:t>
            </a:r>
            <a:r>
              <a:rPr lang="en" dirty="0"/>
              <a:t> </a:t>
            </a:r>
            <a:r>
              <a:rPr lang="en" dirty="0" err="1"/>
              <a:t>posibles</a:t>
            </a:r>
            <a:r>
              <a:rPr lang="en" dirty="0"/>
              <a:t> </a:t>
            </a:r>
            <a:r>
              <a:rPr lang="en" dirty="0" err="1"/>
              <a:t>movimientos</a:t>
            </a:r>
            <a:r>
              <a:rPr lang="en" dirty="0"/>
              <a:t> para </a:t>
            </a:r>
            <a:r>
              <a:rPr lang="en" dirty="0" err="1"/>
              <a:t>cada</a:t>
            </a:r>
            <a:r>
              <a:rPr lang="en" dirty="0"/>
              <a:t> </a:t>
            </a:r>
            <a:r>
              <a:rPr lang="en" dirty="0" err="1"/>
              <a:t>jugador</a:t>
            </a:r>
            <a:r>
              <a:rPr lang="en" dirty="0"/>
              <a:t>.</a:t>
            </a:r>
          </a:p>
          <a:p>
            <a:pPr marL="0" indent="0"/>
            <a:endParaRPr lang="en" dirty="0"/>
          </a:p>
          <a:p>
            <a:pPr marL="0" indent="0"/>
            <a:r>
              <a:rPr lang="en" dirty="0"/>
              <a:t>3. </a:t>
            </a:r>
            <a:r>
              <a:rPr lang="en" dirty="0" err="1"/>
              <a:t>Construir</a:t>
            </a:r>
            <a:r>
              <a:rPr lang="en" dirty="0"/>
              <a:t> </a:t>
            </a:r>
            <a:r>
              <a:rPr lang="en" dirty="0" err="1"/>
              <a:t>el</a:t>
            </a:r>
            <a:r>
              <a:rPr lang="en" dirty="0"/>
              <a:t> árbol de juego hasta </a:t>
            </a:r>
            <a:r>
              <a:rPr lang="en" dirty="0" err="1"/>
              <a:t>los</a:t>
            </a:r>
            <a:r>
              <a:rPr lang="en" dirty="0"/>
              <a:t> </a:t>
            </a:r>
            <a:r>
              <a:rPr lang="en" dirty="0" err="1"/>
              <a:t>estados</a:t>
            </a:r>
            <a:r>
              <a:rPr lang="en" dirty="0"/>
              <a:t> finales.</a:t>
            </a:r>
          </a:p>
          <a:p>
            <a:pPr marL="0" indent="0"/>
            <a:endParaRPr lang="en" dirty="0"/>
          </a:p>
          <a:p>
            <a:pPr marL="0" indent="0"/>
            <a:r>
              <a:rPr lang="en" dirty="0"/>
              <a:t>4. </a:t>
            </a:r>
            <a:r>
              <a:rPr lang="en" dirty="0" err="1"/>
              <a:t>Evaluar</a:t>
            </a:r>
            <a:r>
              <a:rPr lang="en" dirty="0"/>
              <a:t> </a:t>
            </a:r>
            <a:r>
              <a:rPr lang="en" dirty="0" err="1"/>
              <a:t>cada</a:t>
            </a:r>
            <a:r>
              <a:rPr lang="en" dirty="0"/>
              <a:t> </a:t>
            </a:r>
            <a:r>
              <a:rPr lang="en" dirty="0" err="1"/>
              <a:t>estado</a:t>
            </a:r>
            <a:r>
              <a:rPr lang="en" dirty="0"/>
              <a:t> final .</a:t>
            </a:r>
          </a:p>
          <a:p>
            <a:pPr marL="0" indent="0"/>
            <a:endParaRPr lang="en" dirty="0"/>
          </a:p>
          <a:p>
            <a:pPr marL="0" indent="0"/>
            <a:r>
              <a:rPr lang="en" dirty="0"/>
              <a:t>5. </a:t>
            </a:r>
            <a:r>
              <a:rPr lang="en" dirty="0" err="1"/>
              <a:t>Aplicar</a:t>
            </a:r>
            <a:r>
              <a:rPr lang="en" dirty="0"/>
              <a:t> </a:t>
            </a:r>
            <a:r>
              <a:rPr lang="en" dirty="0" err="1"/>
              <a:t>algoritmos</a:t>
            </a:r>
            <a:r>
              <a:rPr lang="en" dirty="0"/>
              <a:t> </a:t>
            </a:r>
            <a:r>
              <a:rPr lang="en" dirty="0" err="1"/>
              <a:t>como</a:t>
            </a:r>
            <a:r>
              <a:rPr lang="en" dirty="0"/>
              <a:t> Minimax para </a:t>
            </a:r>
            <a:r>
              <a:rPr lang="en" dirty="0" err="1"/>
              <a:t>determinar</a:t>
            </a:r>
            <a:r>
              <a:rPr lang="en" dirty="0"/>
              <a:t> las </a:t>
            </a:r>
            <a:r>
              <a:rPr lang="en" dirty="0" err="1"/>
              <a:t>decisiones</a:t>
            </a:r>
            <a:r>
              <a:rPr lang="en" dirty="0"/>
              <a:t> </a:t>
            </a:r>
            <a:r>
              <a:rPr lang="en" dirty="0" err="1"/>
              <a:t>óptimas</a:t>
            </a:r>
            <a:r>
              <a:rPr lang="en" dirty="0"/>
              <a:t>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  <p:sp>
        <p:nvSpPr>
          <p:cNvPr id="2775" name="Google Shape;2775;p36"/>
          <p:cNvSpPr/>
          <p:nvPr/>
        </p:nvSpPr>
        <p:spPr>
          <a:xfrm>
            <a:off x="-1414555" y="42014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6" name="Google Shape;2776;p36"/>
          <p:cNvSpPr/>
          <p:nvPr/>
        </p:nvSpPr>
        <p:spPr>
          <a:xfrm>
            <a:off x="-1222580" y="3914227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7" name="Google Shape;2777;p36"/>
          <p:cNvGrpSpPr/>
          <p:nvPr/>
        </p:nvGrpSpPr>
        <p:grpSpPr>
          <a:xfrm rot="10800000">
            <a:off x="7471439" y="3616978"/>
            <a:ext cx="883262" cy="242091"/>
            <a:chOff x="2300350" y="2601250"/>
            <a:chExt cx="2275275" cy="623625"/>
          </a:xfrm>
        </p:grpSpPr>
        <p:sp>
          <p:nvSpPr>
            <p:cNvPr id="2778" name="Google Shape;2778;p3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3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3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3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3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3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84" name="Google Shape;2784;p36"/>
          <p:cNvGrpSpPr/>
          <p:nvPr/>
        </p:nvGrpSpPr>
        <p:grpSpPr>
          <a:xfrm rot="5400000">
            <a:off x="2345200" y="704475"/>
            <a:ext cx="98902" cy="553090"/>
            <a:chOff x="4898850" y="4820550"/>
            <a:chExt cx="98902" cy="553090"/>
          </a:xfrm>
        </p:grpSpPr>
        <p:sp>
          <p:nvSpPr>
            <p:cNvPr id="2785" name="Google Shape;2785;p3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3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90" name="Google Shape;2790;p36"/>
          <p:cNvGrpSpPr/>
          <p:nvPr/>
        </p:nvGrpSpPr>
        <p:grpSpPr>
          <a:xfrm>
            <a:off x="3763052" y="3987416"/>
            <a:ext cx="883262" cy="242091"/>
            <a:chOff x="2300350" y="2601250"/>
            <a:chExt cx="2275275" cy="623625"/>
          </a:xfrm>
        </p:grpSpPr>
        <p:sp>
          <p:nvSpPr>
            <p:cNvPr id="2791" name="Google Shape;2791;p3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3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3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3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3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97" name="Google Shape;2797;p36"/>
          <p:cNvGrpSpPr/>
          <p:nvPr/>
        </p:nvGrpSpPr>
        <p:grpSpPr>
          <a:xfrm>
            <a:off x="4762192" y="4297866"/>
            <a:ext cx="1105976" cy="133969"/>
            <a:chOff x="8183182" y="663852"/>
            <a:chExt cx="1475028" cy="178673"/>
          </a:xfrm>
        </p:grpSpPr>
        <p:grpSp>
          <p:nvGrpSpPr>
            <p:cNvPr id="2798" name="Google Shape;2798;p36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99" name="Google Shape;2799;p36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36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36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36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36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36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36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36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36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36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9" name="Google Shape;2809;p36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10" name="Google Shape;2810;p36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36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36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36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36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36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36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36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36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36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" name="Picture 1" descr="A diagram of a diagram&#10;&#10;Description automatically generated">
            <a:extLst>
              <a:ext uri="{FF2B5EF4-FFF2-40B4-BE49-F238E27FC236}">
                <a16:creationId xmlns:a16="http://schemas.microsoft.com/office/drawing/2014/main" id="{0FBCC92E-FA94-D11E-B508-E6ECCADEE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179" y="1238250"/>
            <a:ext cx="3076392" cy="23018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4" name="Google Shape;2824;p37"/>
          <p:cNvSpPr txBox="1">
            <a:spLocks noGrp="1"/>
          </p:cNvSpPr>
          <p:nvPr>
            <p:ph type="title"/>
          </p:nvPr>
        </p:nvSpPr>
        <p:spPr>
          <a:xfrm>
            <a:off x="113850" y="841988"/>
            <a:ext cx="434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 err="1"/>
              <a:t>Ejemplo</a:t>
            </a:r>
            <a:r>
              <a:rPr lang="en" dirty="0"/>
              <a:t>: </a:t>
            </a:r>
            <a:endParaRPr lang="en" dirty="0">
              <a:solidFill>
                <a:schemeClr val="accent2"/>
              </a:solidFill>
            </a:endParaRPr>
          </a:p>
        </p:txBody>
      </p:sp>
      <p:sp>
        <p:nvSpPr>
          <p:cNvPr id="2825" name="Google Shape;2825;p37"/>
          <p:cNvSpPr txBox="1">
            <a:spLocks noGrp="1"/>
          </p:cNvSpPr>
          <p:nvPr>
            <p:ph type="subTitle" idx="1"/>
          </p:nvPr>
        </p:nvSpPr>
        <p:spPr>
          <a:xfrm>
            <a:off x="4820788" y="1286551"/>
            <a:ext cx="3590237" cy="2352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/>
              <a:t>En </a:t>
            </a:r>
            <a:r>
              <a:rPr lang="en" dirty="0" err="1"/>
              <a:t>el</a:t>
            </a:r>
            <a:r>
              <a:rPr lang="en" dirty="0"/>
              <a:t> juego del </a:t>
            </a:r>
            <a:r>
              <a:rPr lang="en" dirty="0" err="1"/>
              <a:t>tres</a:t>
            </a:r>
            <a:r>
              <a:rPr lang="en" dirty="0"/>
              <a:t> </a:t>
            </a:r>
            <a:r>
              <a:rPr lang="en" dirty="0" err="1"/>
              <a:t>en</a:t>
            </a:r>
            <a:r>
              <a:rPr lang="en" dirty="0"/>
              <a:t> </a:t>
            </a:r>
            <a:r>
              <a:rPr lang="en" dirty="0" err="1"/>
              <a:t>raya</a:t>
            </a:r>
            <a:r>
              <a:rPr lang="en" dirty="0"/>
              <a:t>:</a:t>
            </a:r>
          </a:p>
          <a:p>
            <a:pPr marL="0" indent="0"/>
            <a:r>
              <a:rPr lang="en" dirty="0"/>
              <a:t>- El </a:t>
            </a:r>
            <a:r>
              <a:rPr lang="en" dirty="0" err="1"/>
              <a:t>estado</a:t>
            </a:r>
            <a:r>
              <a:rPr lang="en" dirty="0"/>
              <a:t> </a:t>
            </a:r>
            <a:r>
              <a:rPr lang="en" dirty="0" err="1"/>
              <a:t>inicial</a:t>
            </a:r>
            <a:r>
              <a:rPr lang="en" dirty="0"/>
              <a:t> es un </a:t>
            </a:r>
            <a:r>
              <a:rPr lang="en" dirty="0" err="1"/>
              <a:t>tablero</a:t>
            </a:r>
            <a:r>
              <a:rPr lang="en" dirty="0"/>
              <a:t> </a:t>
            </a:r>
            <a:r>
              <a:rPr lang="en" dirty="0" err="1"/>
              <a:t>vacío</a:t>
            </a:r>
            <a:r>
              <a:rPr lang="en" dirty="0"/>
              <a:t>.</a:t>
            </a:r>
          </a:p>
          <a:p>
            <a:pPr marL="0" indent="0"/>
            <a:r>
              <a:rPr lang="en" dirty="0"/>
              <a:t>- Los </a:t>
            </a:r>
            <a:r>
              <a:rPr lang="en" dirty="0" err="1"/>
              <a:t>jugadores</a:t>
            </a:r>
            <a:r>
              <a:rPr lang="en" dirty="0"/>
              <a:t> </a:t>
            </a:r>
            <a:r>
              <a:rPr lang="en" dirty="0" err="1"/>
              <a:t>colocan</a:t>
            </a:r>
            <a:r>
              <a:rPr lang="en" dirty="0"/>
              <a:t> 'X' y 'O' </a:t>
            </a:r>
            <a:r>
              <a:rPr lang="en" dirty="0" err="1"/>
              <a:t>alternadamente</a:t>
            </a:r>
            <a:r>
              <a:rPr lang="en" dirty="0"/>
              <a:t>.</a:t>
            </a:r>
          </a:p>
          <a:p>
            <a:pPr marL="0" indent="0"/>
            <a:r>
              <a:rPr lang="en" dirty="0"/>
              <a:t>- El árbol de juego </a:t>
            </a:r>
            <a:r>
              <a:rPr lang="en" dirty="0" err="1"/>
              <a:t>muestra</a:t>
            </a:r>
            <a:r>
              <a:rPr lang="en" dirty="0"/>
              <a:t> </a:t>
            </a:r>
            <a:r>
              <a:rPr lang="en" dirty="0" err="1"/>
              <a:t>todos</a:t>
            </a:r>
            <a:r>
              <a:rPr lang="en" dirty="0"/>
              <a:t> </a:t>
            </a:r>
            <a:r>
              <a:rPr lang="en" dirty="0" err="1"/>
              <a:t>los</a:t>
            </a:r>
            <a:r>
              <a:rPr lang="en" dirty="0"/>
              <a:t> </a:t>
            </a:r>
            <a:r>
              <a:rPr lang="en" dirty="0" err="1"/>
              <a:t>posibles</a:t>
            </a:r>
            <a:r>
              <a:rPr lang="en" dirty="0"/>
              <a:t> </a:t>
            </a:r>
            <a:r>
              <a:rPr lang="en" dirty="0" err="1"/>
              <a:t>tableros</a:t>
            </a:r>
            <a:r>
              <a:rPr lang="en" dirty="0"/>
              <a:t> hasta que se </a:t>
            </a:r>
            <a:r>
              <a:rPr lang="en" dirty="0" err="1"/>
              <a:t>alcance</a:t>
            </a:r>
            <a:r>
              <a:rPr lang="en" dirty="0"/>
              <a:t> un </a:t>
            </a:r>
            <a:r>
              <a:rPr lang="en" dirty="0" err="1"/>
              <a:t>ganador</a:t>
            </a:r>
            <a:r>
              <a:rPr lang="en" dirty="0"/>
              <a:t> o </a:t>
            </a:r>
            <a:r>
              <a:rPr lang="en" dirty="0" err="1"/>
              <a:t>empate</a:t>
            </a:r>
            <a:r>
              <a:rPr lang="en" dirty="0"/>
              <a:t>.</a:t>
            </a:r>
          </a:p>
          <a:p>
            <a:pPr marL="0" indent="0"/>
            <a:r>
              <a:rPr lang="en" dirty="0"/>
              <a:t>- </a:t>
            </a:r>
            <a:r>
              <a:rPr lang="en" dirty="0" err="1"/>
              <a:t>Usamos</a:t>
            </a:r>
            <a:r>
              <a:rPr lang="en" dirty="0"/>
              <a:t> </a:t>
            </a:r>
            <a:r>
              <a:rPr lang="en" dirty="0" err="1"/>
              <a:t>el</a:t>
            </a:r>
            <a:r>
              <a:rPr lang="en" dirty="0"/>
              <a:t> </a:t>
            </a:r>
            <a:r>
              <a:rPr lang="en" dirty="0" err="1"/>
              <a:t>metodo</a:t>
            </a:r>
            <a:r>
              <a:rPr lang="en" dirty="0"/>
              <a:t> Minimax para </a:t>
            </a:r>
            <a:r>
              <a:rPr lang="en" dirty="0" err="1"/>
              <a:t>evaluar</a:t>
            </a:r>
            <a:r>
              <a:rPr lang="en" dirty="0"/>
              <a:t> las </a:t>
            </a:r>
            <a:r>
              <a:rPr lang="en" dirty="0" err="1"/>
              <a:t>decisiones</a:t>
            </a:r>
            <a:r>
              <a:rPr lang="en" dirty="0"/>
              <a:t>.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  <p:grpSp>
        <p:nvGrpSpPr>
          <p:cNvPr id="2826" name="Google Shape;2826;p37"/>
          <p:cNvGrpSpPr/>
          <p:nvPr/>
        </p:nvGrpSpPr>
        <p:grpSpPr>
          <a:xfrm flipH="1">
            <a:off x="240989" y="4091465"/>
            <a:ext cx="883262" cy="242091"/>
            <a:chOff x="2300350" y="2601250"/>
            <a:chExt cx="2275275" cy="623625"/>
          </a:xfrm>
        </p:grpSpPr>
        <p:sp>
          <p:nvSpPr>
            <p:cNvPr id="2827" name="Google Shape;2827;p3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3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3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33" name="Google Shape;2833;p37"/>
          <p:cNvSpPr/>
          <p:nvPr/>
        </p:nvSpPr>
        <p:spPr>
          <a:xfrm rot="10800000">
            <a:off x="6176787" y="39916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34" name="Google Shape;2834;p37"/>
          <p:cNvGrpSpPr/>
          <p:nvPr/>
        </p:nvGrpSpPr>
        <p:grpSpPr>
          <a:xfrm>
            <a:off x="6397851" y="1075319"/>
            <a:ext cx="1252897" cy="51000"/>
            <a:chOff x="2915381" y="4104819"/>
            <a:chExt cx="1252897" cy="51000"/>
          </a:xfrm>
        </p:grpSpPr>
        <p:sp>
          <p:nvSpPr>
            <p:cNvPr id="2835" name="Google Shape;2835;p3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3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3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3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3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3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3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3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3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49" name="Google Shape;2849;p37"/>
          <p:cNvGrpSpPr/>
          <p:nvPr/>
        </p:nvGrpSpPr>
        <p:grpSpPr>
          <a:xfrm rot="5400000">
            <a:off x="7822000" y="3988625"/>
            <a:ext cx="98902" cy="553090"/>
            <a:chOff x="4898850" y="4820550"/>
            <a:chExt cx="98902" cy="553090"/>
          </a:xfrm>
        </p:grpSpPr>
        <p:sp>
          <p:nvSpPr>
            <p:cNvPr id="2850" name="Google Shape;2850;p3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3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5" name="Google Shape;2855;p37"/>
          <p:cNvGrpSpPr/>
          <p:nvPr/>
        </p:nvGrpSpPr>
        <p:grpSpPr>
          <a:xfrm>
            <a:off x="1735291" y="4699030"/>
            <a:ext cx="1105976" cy="133969"/>
            <a:chOff x="8183182" y="663852"/>
            <a:chExt cx="1475028" cy="178673"/>
          </a:xfrm>
        </p:grpSpPr>
        <p:grpSp>
          <p:nvGrpSpPr>
            <p:cNvPr id="2856" name="Google Shape;2856;p3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7" name="Google Shape;2857;p3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Google Shape;2858;p3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Google Shape;2859;p3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Google Shape;2860;p3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Google Shape;2861;p3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Google Shape;2862;p3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Google Shape;2863;p3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Google Shape;2864;p3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Google Shape;2865;p3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Google Shape;2866;p3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67" name="Google Shape;2867;p3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68" name="Google Shape;2868;p3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Google Shape;2869;p3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Google Shape;2870;p3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Google Shape;2871;p3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Google Shape;2872;p3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Google Shape;2873;p3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Google Shape;2874;p3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Google Shape;2875;p3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3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3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F883C978-EB00-493B-4DC4-18CCDA64B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250" y="1398399"/>
            <a:ext cx="4206875" cy="2743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3" name="Google Shape;2883;p38"/>
          <p:cNvSpPr txBox="1">
            <a:spLocks noGrp="1"/>
          </p:cNvSpPr>
          <p:nvPr>
            <p:ph type="title"/>
          </p:nvPr>
        </p:nvSpPr>
        <p:spPr>
          <a:xfrm>
            <a:off x="713100" y="2405677"/>
            <a:ext cx="7717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600" dirty="0">
                <a:solidFill>
                  <a:schemeClr val="bg1"/>
                </a:solidFill>
              </a:rPr>
              <a:t>En </a:t>
            </a:r>
            <a:r>
              <a:rPr lang="en" sz="1600" err="1">
                <a:solidFill>
                  <a:schemeClr val="bg1"/>
                </a:solidFill>
              </a:rPr>
              <a:t>resumen</a:t>
            </a:r>
            <a:r>
              <a:rPr lang="en" sz="1600" dirty="0">
                <a:solidFill>
                  <a:schemeClr val="bg1"/>
                </a:solidFill>
              </a:rPr>
              <a:t>, </a:t>
            </a:r>
            <a:r>
              <a:rPr lang="en" sz="1600" err="1">
                <a:solidFill>
                  <a:schemeClr val="bg1"/>
                </a:solidFill>
              </a:rPr>
              <a:t>los</a:t>
            </a:r>
            <a:r>
              <a:rPr lang="en" sz="1600" dirty="0">
                <a:solidFill>
                  <a:schemeClr val="bg1"/>
                </a:solidFill>
              </a:rPr>
              <a:t> </a:t>
            </a:r>
            <a:r>
              <a:rPr lang="en" sz="1600" err="1">
                <a:solidFill>
                  <a:schemeClr val="bg1"/>
                </a:solidFill>
              </a:rPr>
              <a:t>árboles</a:t>
            </a:r>
            <a:r>
              <a:rPr lang="en" sz="1600" dirty="0">
                <a:solidFill>
                  <a:schemeClr val="bg1"/>
                </a:solidFill>
              </a:rPr>
              <a:t> de juego y </a:t>
            </a:r>
            <a:r>
              <a:rPr lang="en" sz="1600" err="1">
                <a:solidFill>
                  <a:schemeClr val="bg1"/>
                </a:solidFill>
              </a:rPr>
              <a:t>algoritmos</a:t>
            </a:r>
            <a:r>
              <a:rPr lang="en" sz="1600" dirty="0">
                <a:solidFill>
                  <a:schemeClr val="bg1"/>
                </a:solidFill>
              </a:rPr>
              <a:t> </a:t>
            </a:r>
            <a:r>
              <a:rPr lang="en" sz="1600" err="1">
                <a:solidFill>
                  <a:schemeClr val="bg1"/>
                </a:solidFill>
              </a:rPr>
              <a:t>asociados</a:t>
            </a:r>
            <a:r>
              <a:rPr lang="en" sz="1600" dirty="0">
                <a:solidFill>
                  <a:schemeClr val="bg1"/>
                </a:solidFill>
              </a:rPr>
              <a:t> son </a:t>
            </a:r>
            <a:r>
              <a:rPr lang="en" sz="1600" err="1">
                <a:solidFill>
                  <a:schemeClr val="bg1"/>
                </a:solidFill>
              </a:rPr>
              <a:t>herramientas</a:t>
            </a:r>
            <a:r>
              <a:rPr lang="en" sz="1600" dirty="0">
                <a:solidFill>
                  <a:schemeClr val="bg1"/>
                </a:solidFill>
              </a:rPr>
              <a:t> </a:t>
            </a:r>
            <a:r>
              <a:rPr lang="en" sz="1600" err="1">
                <a:solidFill>
                  <a:schemeClr val="bg1"/>
                </a:solidFill>
              </a:rPr>
              <a:t>fundamentales</a:t>
            </a:r>
            <a:r>
              <a:rPr lang="en" sz="1600" dirty="0">
                <a:solidFill>
                  <a:schemeClr val="bg1"/>
                </a:solidFill>
              </a:rPr>
              <a:t> </a:t>
            </a:r>
            <a:r>
              <a:rPr lang="en" sz="1600" err="1">
                <a:solidFill>
                  <a:schemeClr val="bg1"/>
                </a:solidFill>
              </a:rPr>
              <a:t>en</a:t>
            </a:r>
            <a:r>
              <a:rPr lang="en" sz="1600" dirty="0">
                <a:solidFill>
                  <a:schemeClr val="bg1"/>
                </a:solidFill>
              </a:rPr>
              <a:t> la </a:t>
            </a:r>
            <a:r>
              <a:rPr lang="en" sz="1600" err="1">
                <a:solidFill>
                  <a:schemeClr val="bg1"/>
                </a:solidFill>
              </a:rPr>
              <a:t>teoría</a:t>
            </a:r>
            <a:r>
              <a:rPr lang="en" sz="1600" dirty="0">
                <a:solidFill>
                  <a:schemeClr val="bg1"/>
                </a:solidFill>
              </a:rPr>
              <a:t> de </a:t>
            </a:r>
            <a:r>
              <a:rPr lang="en" sz="1600" err="1">
                <a:solidFill>
                  <a:schemeClr val="bg1"/>
                </a:solidFill>
              </a:rPr>
              <a:t>juegos</a:t>
            </a:r>
            <a:r>
              <a:rPr lang="en" sz="1600" dirty="0">
                <a:solidFill>
                  <a:schemeClr val="bg1"/>
                </a:solidFill>
              </a:rPr>
              <a:t> y la </a:t>
            </a:r>
            <a:r>
              <a:rPr lang="en" sz="1600" err="1">
                <a:solidFill>
                  <a:schemeClr val="bg1"/>
                </a:solidFill>
              </a:rPr>
              <a:t>inteligencia</a:t>
            </a:r>
            <a:r>
              <a:rPr lang="en" sz="1600" dirty="0">
                <a:solidFill>
                  <a:schemeClr val="bg1"/>
                </a:solidFill>
              </a:rPr>
              <a:t> artificial, </a:t>
            </a:r>
            <a:r>
              <a:rPr lang="en" sz="1600" err="1">
                <a:solidFill>
                  <a:schemeClr val="bg1"/>
                </a:solidFill>
              </a:rPr>
              <a:t>ayudando</a:t>
            </a:r>
            <a:r>
              <a:rPr lang="en" sz="1600" dirty="0">
                <a:solidFill>
                  <a:schemeClr val="bg1"/>
                </a:solidFill>
              </a:rPr>
              <a:t> a resolver </a:t>
            </a:r>
            <a:r>
              <a:rPr lang="en" sz="1600" err="1">
                <a:solidFill>
                  <a:schemeClr val="bg1"/>
                </a:solidFill>
              </a:rPr>
              <a:t>problemas</a:t>
            </a:r>
            <a:r>
              <a:rPr lang="en" sz="1600" dirty="0">
                <a:solidFill>
                  <a:schemeClr val="bg1"/>
                </a:solidFill>
              </a:rPr>
              <a:t> </a:t>
            </a:r>
            <a:r>
              <a:rPr lang="en" sz="1600" err="1">
                <a:solidFill>
                  <a:schemeClr val="bg1"/>
                </a:solidFill>
              </a:rPr>
              <a:t>complejos</a:t>
            </a:r>
            <a:r>
              <a:rPr lang="en" sz="1600" dirty="0">
                <a:solidFill>
                  <a:schemeClr val="bg1"/>
                </a:solidFill>
              </a:rPr>
              <a:t> de </a:t>
            </a:r>
            <a:r>
              <a:rPr lang="en" sz="1600" err="1">
                <a:solidFill>
                  <a:schemeClr val="bg1"/>
                </a:solidFill>
              </a:rPr>
              <a:t>decisión</a:t>
            </a:r>
            <a:r>
              <a:rPr lang="en" sz="1600" dirty="0">
                <a:solidFill>
                  <a:schemeClr val="bg1"/>
                </a:solidFill>
              </a:rPr>
              <a:t> de </a:t>
            </a:r>
            <a:r>
              <a:rPr lang="en" sz="1600" err="1">
                <a:solidFill>
                  <a:schemeClr val="bg1"/>
                </a:solidFill>
              </a:rPr>
              <a:t>manera</a:t>
            </a:r>
            <a:r>
              <a:rPr lang="en" sz="1600" dirty="0">
                <a:solidFill>
                  <a:schemeClr val="bg1"/>
                </a:solidFill>
              </a:rPr>
              <a:t> </a:t>
            </a:r>
            <a:r>
              <a:rPr lang="en" sz="1600" err="1">
                <a:solidFill>
                  <a:schemeClr val="bg1"/>
                </a:solidFill>
              </a:rPr>
              <a:t>lógica</a:t>
            </a:r>
            <a:r>
              <a:rPr lang="en" sz="1600" dirty="0">
                <a:solidFill>
                  <a:schemeClr val="bg1"/>
                </a:solidFill>
              </a:rPr>
              <a:t> y </a:t>
            </a:r>
            <a:r>
              <a:rPr lang="en" sz="1600" err="1">
                <a:solidFill>
                  <a:schemeClr val="bg1"/>
                </a:solidFill>
              </a:rPr>
              <a:t>predecible</a:t>
            </a:r>
            <a:r>
              <a:rPr lang="en" sz="1600" dirty="0">
                <a:solidFill>
                  <a:schemeClr val="bg1"/>
                </a:solidFill>
              </a:rPr>
              <a:t>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885" name="Google Shape;2885;p38"/>
          <p:cNvSpPr txBox="1">
            <a:spLocks noGrp="1"/>
          </p:cNvSpPr>
          <p:nvPr>
            <p:ph type="title" idx="2"/>
          </p:nvPr>
        </p:nvSpPr>
        <p:spPr>
          <a:xfrm>
            <a:off x="2148200" y="1119848"/>
            <a:ext cx="5276225" cy="9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err="1"/>
              <a:t>Conclusión</a:t>
            </a:r>
            <a:r>
              <a:rPr lang="en" sz="3200" dirty="0"/>
              <a:t>:</a:t>
            </a:r>
            <a:endParaRPr sz="3200" dirty="0"/>
          </a:p>
        </p:txBody>
      </p:sp>
      <p:grpSp>
        <p:nvGrpSpPr>
          <p:cNvPr id="2886" name="Google Shape;2886;p38"/>
          <p:cNvGrpSpPr/>
          <p:nvPr/>
        </p:nvGrpSpPr>
        <p:grpSpPr>
          <a:xfrm rot="-5400000">
            <a:off x="2746096" y="55862"/>
            <a:ext cx="1823016" cy="296643"/>
            <a:chOff x="7857346" y="3902355"/>
            <a:chExt cx="1823016" cy="296643"/>
          </a:xfrm>
        </p:grpSpPr>
        <p:sp>
          <p:nvSpPr>
            <p:cNvPr id="2887" name="Google Shape;2887;p3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3" name="Google Shape;2893;p38"/>
          <p:cNvGrpSpPr/>
          <p:nvPr/>
        </p:nvGrpSpPr>
        <p:grpSpPr>
          <a:xfrm rot="5400000">
            <a:off x="1639375" y="1028400"/>
            <a:ext cx="98902" cy="553090"/>
            <a:chOff x="4898850" y="4820550"/>
            <a:chExt cx="98902" cy="553090"/>
          </a:xfrm>
        </p:grpSpPr>
        <p:sp>
          <p:nvSpPr>
            <p:cNvPr id="2894" name="Google Shape;2894;p3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9" name="Google Shape;2899;p38"/>
          <p:cNvGrpSpPr/>
          <p:nvPr/>
        </p:nvGrpSpPr>
        <p:grpSpPr>
          <a:xfrm>
            <a:off x="1609176" y="4434219"/>
            <a:ext cx="1252897" cy="51000"/>
            <a:chOff x="2915381" y="4104819"/>
            <a:chExt cx="1252897" cy="51000"/>
          </a:xfrm>
        </p:grpSpPr>
        <p:sp>
          <p:nvSpPr>
            <p:cNvPr id="2900" name="Google Shape;2900;p38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8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8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8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8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8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8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8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8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8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8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8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8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8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4" name="Google Shape;2914;p38"/>
          <p:cNvGrpSpPr/>
          <p:nvPr/>
        </p:nvGrpSpPr>
        <p:grpSpPr>
          <a:xfrm>
            <a:off x="5495767" y="691791"/>
            <a:ext cx="1105976" cy="133969"/>
            <a:chOff x="8183182" y="663852"/>
            <a:chExt cx="1475028" cy="178673"/>
          </a:xfrm>
        </p:grpSpPr>
        <p:grpSp>
          <p:nvGrpSpPr>
            <p:cNvPr id="2915" name="Google Shape;2915;p3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16" name="Google Shape;2916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26" name="Google Shape;2926;p3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27" name="Google Shape;2927;p3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3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3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37" name="Google Shape;2937;p38"/>
          <p:cNvGrpSpPr/>
          <p:nvPr/>
        </p:nvGrpSpPr>
        <p:grpSpPr>
          <a:xfrm rot="5400000">
            <a:off x="5968600" y="4273462"/>
            <a:ext cx="98902" cy="553090"/>
            <a:chOff x="4898850" y="4820550"/>
            <a:chExt cx="98902" cy="553090"/>
          </a:xfrm>
        </p:grpSpPr>
        <p:sp>
          <p:nvSpPr>
            <p:cNvPr id="2938" name="Google Shape;2938;p3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Data Center Business Plan by Slidesgo</vt:lpstr>
      <vt:lpstr>Slidesgo Final Pages</vt:lpstr>
      <vt:lpstr>ÁRBOL JUEGO</vt:lpstr>
      <vt:lpstr>Introducción: </vt:lpstr>
      <vt:lpstr>Objetivos:</vt:lpstr>
      <vt:lpstr>Proceso:</vt:lpstr>
      <vt:lpstr>Ejemplo: </vt:lpstr>
      <vt:lpstr>En resumen, los árboles de juego y algoritmos asociados son herramientas fundamentales en la teoría de juegos y la inteligencia artificial, ayudando a resolver problemas complejos de decisión de manera lógica y predecible.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134</cp:revision>
  <dcterms:modified xsi:type="dcterms:W3CDTF">2025-01-13T17:41:57Z</dcterms:modified>
</cp:coreProperties>
</file>